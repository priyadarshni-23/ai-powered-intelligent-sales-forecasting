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•  PROJECT UPDATE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Intelligent Sales Forecasting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Testing &amp; User Acceptance Testing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377440" cy="18288"/>
          </a:xfrm>
          <a:prstGeom prst="rect">
            <a:avLst/>
          </a:prstGeom>
          <a:solidFill>
            <a:srgbClr val="C997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DevOps &amp; Documentation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Testing, UAT with Sample Users &amp; Satisfaction Score Capture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regression testing and UAT are performed at this stage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196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were recently integrated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48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Intelligence, AI Email Outreach, Lead Scoring and CRM Sync were added/updated in the workflow.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98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one module can affect another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278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modules are connected end-to-end, an update can unintentionally break existing features.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977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confirms stability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3068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are re-tested to ensure existing functionality still works correctly after changes.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11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566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validates real-world usability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3858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users test the system like actual end-users to confirm it is practical and easy to use.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Regression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modules are re-tested to confirm recent changes have not affected existing functionality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Covered in This Regression 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585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258568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04872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2544" y="2258568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52544" y="22585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Intelligence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258568"/>
            <a:ext cx="187452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0216" y="2258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Outreach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9328" y="2258568"/>
            <a:ext cx="150876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9328" y="2258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96312" y="292608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EFE6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96312" y="2926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/ Forecasting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checked for: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34340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features still 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4343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434340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remains accurate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343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434340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function correctly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43434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25128" y="434340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matches expectations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Regression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testing flow followed across the integrated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Import Lead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084832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76272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2C3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770632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70632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Company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3904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98264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98264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Lead Intelligence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31536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2C3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6025896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25896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22976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Email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59168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7653528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53528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Lead Score &amp; Conversion Probability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0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2C3A82"/>
          </a:solidFill>
          <a:ln/>
        </p:spPr>
      </p:sp>
      <p:sp>
        <p:nvSpPr>
          <p:cNvPr id="31" name="Shape 29"/>
          <p:cNvSpPr/>
          <p:nvPr/>
        </p:nvSpPr>
        <p:spPr>
          <a:xfrm>
            <a:off x="9281160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28116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CRM Sync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222992" y="2450592"/>
            <a:ext cx="91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314432" y="196596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08792" y="209397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908792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405872" y="253288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Analytics / Forecasting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680" y="3840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at every stage:  </a:t>
            </a:r>
            <a:pPr indent="0" marL="0">
              <a:buNone/>
            </a:pPr>
            <a:r>
              <a:rPr lang="en-US" sz="13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checked for functionality, data correctness, integration between modules, and expected output.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with Sample Users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users interact with the application like real users, performing key business scenarios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94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2677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94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of information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52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insights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29260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852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usefulness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112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 usefulness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5844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7220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35112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workflow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428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1696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user experience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Score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users provide feedback and a rating after completing UAT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459"/>
          </a:xfrm>
          <a:prstGeom prst="rect">
            <a:avLst/>
          </a:prstGeom>
          <a:solidFill>
            <a:srgbClr val="DCE3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768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user rates their experience after testing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3522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collected using a simple rating scale (e.g., 1-5 or percentage)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59359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ratings are averaged into one overall satisfaction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2519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reflects usability, accuracy, and usefulness of AI features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1920240"/>
            <a:ext cx="47548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SATISFACTION SCORE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8346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85%</a:t>
            </a:r>
            <a:endParaRPr lang="en-US" sz="7200" dirty="0"/>
          </a:p>
        </p:txBody>
      </p:sp>
      <p:sp>
        <p:nvSpPr>
          <p:cNvPr id="21" name="Shape 19"/>
          <p:cNvSpPr/>
          <p:nvPr/>
        </p:nvSpPr>
        <p:spPr>
          <a:xfrm>
            <a:off x="8321040" y="4343400"/>
            <a:ext cx="1828800" cy="18288"/>
          </a:xfrm>
          <a:prstGeom prst="rect">
            <a:avLst/>
          </a:prstGeom>
          <a:solidFill>
            <a:srgbClr val="3E4A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4526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target for the current testing cycle.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results will be based on real user feedback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during UAT.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70432"/>
            <a:ext cx="10972800" cy="16459"/>
          </a:xfrm>
          <a:prstGeom prst="rect">
            <a:avLst/>
          </a:prstGeom>
          <a:solidFill>
            <a:srgbClr val="3E4A8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6022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7602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5448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features continue to work correctly after integration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62890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6289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defects, if any, are identified and reported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49758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34975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29184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workflow is validated across all modules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36626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43662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16052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users accept and can use the major features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952" y="176022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73952" y="17602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55448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from UAT is documented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3952" y="262890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3952" y="26289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42316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against the ≥85% target is evaluated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3291840"/>
            <a:ext cx="5303520" cy="704088"/>
          </a:xfrm>
          <a:prstGeom prst="roundRect">
            <a:avLst>
              <a:gd name="adj" fmla="val 9091"/>
            </a:avLst>
          </a:prstGeom>
          <a:solidFill>
            <a:srgbClr val="141A4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3497580"/>
            <a:ext cx="292608" cy="292608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3952" y="34975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291840"/>
            <a:ext cx="4526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prepared for final validation and release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Intelligent Sales Forecasting  |  Infosys Springboard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2026-09-01T14:32:12Z</dcterms:created>
  <dcterms:modified xsi:type="dcterms:W3CDTF">2026-09-01T14:32:12Z</dcterms:modified>
</cp:coreProperties>
</file>