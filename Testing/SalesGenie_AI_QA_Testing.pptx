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F19D4F-86AE-4986-8CF9-55B84FBAAA3E}" v="1" dt="2026-08-18T14:29:27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esh Priyadarshni" userId="6217ca342d3f4fe6" providerId="LiveId" clId="{B5DC3CD5-B646-412C-BC60-6221ABA9F4CB}"/>
    <pc:docChg chg="addMainMaster modMainMaster">
      <pc:chgData name="Ramesh Priyadarshni" userId="6217ca342d3f4fe6" providerId="LiveId" clId="{B5DC3CD5-B646-412C-BC60-6221ABA9F4CB}" dt="2026-08-18T14:29:27.596" v="0" actId="6938"/>
      <pc:docMkLst>
        <pc:docMk/>
      </pc:docMkLst>
      <pc:sldMasterChg chg="new mod addSldLayout">
        <pc:chgData name="Ramesh Priyadarshni" userId="6217ca342d3f4fe6" providerId="LiveId" clId="{B5DC3CD5-B646-412C-BC60-6221ABA9F4CB}" dt="2026-08-18T14:29:27.596" v="0" actId="6938"/>
        <pc:sldMasterMkLst>
          <pc:docMk/>
          <pc:sldMasterMk cId="3708967942" sldId="2147483650"/>
        </pc:sldMasterMkLst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2461520084" sldId="2147483651"/>
          </pc:sldLayoutMkLst>
        </pc:sldLayoutChg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158326086" sldId="2147483652"/>
          </pc:sldLayoutMkLst>
        </pc:sldLayoutChg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2260090046" sldId="2147483653"/>
          </pc:sldLayoutMkLst>
        </pc:sldLayoutChg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2246455526" sldId="2147483654"/>
          </pc:sldLayoutMkLst>
        </pc:sldLayoutChg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252015718" sldId="2147483655"/>
          </pc:sldLayoutMkLst>
        </pc:sldLayoutChg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1493201460" sldId="2147483656"/>
          </pc:sldLayoutMkLst>
        </pc:sldLayoutChg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1268173046" sldId="2147483657"/>
          </pc:sldLayoutMkLst>
        </pc:sldLayoutChg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4249871769" sldId="2147483658"/>
          </pc:sldLayoutMkLst>
        </pc:sldLayoutChg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2741037843" sldId="2147483659"/>
          </pc:sldLayoutMkLst>
        </pc:sldLayoutChg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2566636585" sldId="2147483660"/>
          </pc:sldLayoutMkLst>
        </pc:sldLayoutChg>
        <pc:sldLayoutChg chg="new replId">
          <pc:chgData name="Ramesh Priyadarshni" userId="6217ca342d3f4fe6" providerId="LiveId" clId="{B5DC3CD5-B646-412C-BC60-6221ABA9F4CB}" dt="2026-08-18T14:29:27.596" v="0" actId="6938"/>
          <pc:sldLayoutMkLst>
            <pc:docMk/>
            <pc:sldMasterMk cId="3708967942" sldId="2147483650"/>
            <pc:sldLayoutMk cId="1840576675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884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3006-CE43-7A48-A82B-8B44DF621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FC33C-A98D-84D9-CC83-583FFB523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8A37C-87D2-E08B-D985-906DB05E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203F8-CCAE-3588-EED8-261C4F2E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88F4F-9FCE-17ED-DADF-B089C7DD0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52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B5E9-22D4-791D-1EA6-2D07D6987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6E282-729A-A7FE-EDCC-6FCBF1C1B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CC3B4-06B2-6AB1-D7DC-054DFB6B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9065C-3EAD-41EC-B35A-5A70E95F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FAE2-E51B-8297-AADB-D9FE3C1A8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26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70F1-BCD5-4A92-9D9D-2D7C1F06B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CE40C-7779-42EF-D411-F8034DBBE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4C234-D2CF-21AD-CDBD-528B6703A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65C8A-63D8-BB05-AEAC-A086ABCD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4AC19-C6D3-E71C-BAFA-C67C2BD4D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090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47A5-B49B-8B9C-6B27-804B6179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07E4E-89B6-1624-0989-F410636AF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C72EC-9F01-593A-D492-49F50099A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251C2-38C9-26FA-E33C-03B03251E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DD1BA-F5FC-170B-13A2-9C0DD833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E7B0B-C4EF-FDE6-8A8A-48A1FDF38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45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36C3-9561-36E5-B473-82EAA835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D58C5-10CF-AACA-ADF0-573D0A821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863EA-6826-F504-7037-14A9C6A55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9E7D4-E0FF-1F2B-972E-3179A47D6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0F4DA-2082-0364-8ADF-72BACDDF2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B4F75-001F-788C-E5F2-46852A7E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5E4AD-E90F-7FCA-33BF-0550AE2C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B1490F-75F1-DDFA-B653-BA038D134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1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3D17-5E85-0ABE-8934-BC6193B0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F871F-1DEC-2D96-9D96-B124E8FB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21DD7-5831-3CEB-B12C-C95DDAB9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0CB4D-18B4-C0A6-644D-5DC3B5EA7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201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87699-0C4D-5249-CC08-01D28B8F5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2AD66-2A57-7A91-E9A1-7147C6209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8726B-E4C6-5C66-8672-79C1507F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173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747F-5864-2F95-C863-5E2F6A78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D92A8-0D08-A527-3E86-6A766D7F0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57D0A-ECBB-AC78-05D2-0B3D9B230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01394-375B-4001-F0E0-62CAE2641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08CE9-F325-0BE8-33AD-F7A6A2ED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2243B-FD0C-EF0C-8DB1-DF03A147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87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59EF-E849-C13C-6639-25922F17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6D8B-FC18-5FDD-2C53-20DB39CB0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36336-782D-AC38-4119-181A09EBC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A410D-1DE9-1B21-28DA-E523E5D7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C75AF-C400-4A8D-B33E-570DF5B4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29559-05F7-7503-ACD6-E86A0D1D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03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B6875-9774-7C23-C9D8-BF8302D3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4488C-C759-7582-2CBE-86B29ABC5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7B71B-F81F-932A-8C81-C683F5E73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93AB8-F3FB-5135-C0AD-2FD3BB733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0DE7-A1DA-86AB-E43E-974C3543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636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128591-5EEB-1672-6E98-8EB9572A2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85D7C-8864-81B6-EFA0-AAB5FB524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232D8-6D29-E958-837D-47181D6E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6F310-D6D5-E605-55FC-614ED40B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9E849-553B-0C6F-787C-6F2C783C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57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C60A0-A874-851B-3825-C26734381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FAC89-4099-65FD-6F17-2BBF3924C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7E17A-C5A7-B379-61A5-AEBD9F44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D86CA-890A-48C2-9853-98D294AF290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DE97E-25E0-B9F7-448C-A2600E209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AE765-9B2D-EA20-F1B9-3C2D3201F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BD6A2-351F-4B72-AEF0-F85DE06A44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96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— QA Testing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  |  Today's Testing Session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CRM synchronization across workflows, validate AI summarization output quality, and provide QA sign-off.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complete Lead Management workflow</a:t>
            </a:r>
            <a:endParaRPr lang="en-US" sz="14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CRM / data synchronization</a:t>
            </a:r>
            <a:endParaRPr lang="en-US" sz="14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AI-generated Lead Score</a:t>
            </a:r>
            <a:endParaRPr lang="en-US" sz="14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validate AI Lead Summary</a:t>
            </a:r>
            <a:endParaRPr lang="en-US" sz="14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positive and negative testing</a:t>
            </a:r>
            <a:endParaRPr lang="en-US" sz="14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test results and defects</a:t>
            </a:r>
            <a:endParaRPr lang="en-US" sz="14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final QA sign-off based on actual results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548640" y="5870448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870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2286000" y="587044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2542032" y="5870448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5870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4279392" y="587044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4535424" y="5870448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5870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6272784" y="587044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6528816" y="5870448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5870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8266176" y="587044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8522208" y="5870448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EF3F8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22208" y="5870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— QA Testing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Creation &amp; CRM Sync Testing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1: Create / Add Lead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SalesGenie web application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Lead Management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Add / Create Lead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valid lead details (name, company, email, phone, location, industry, size, job title, budget, source, timeline, pain points, goals)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/ save the lead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success message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lead appears correctly in the lead list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should be created successfully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entered information should be stored / displayed correctly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unexpected errors should occur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data should be correctly synchronized with the CRM / database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6400800" y="420624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Evidence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400800" y="452628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entered lead details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successfully created lead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lead displayed in the application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— QA Testing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Delete Lead Testing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2 &amp; 3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2: Update Lead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created test lead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one or more details (e.g. Status: New → Qualified)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changes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/ refresh the lead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updated information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information saved correctly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reflected consistently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database information remains synchronized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3: Delete Lead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test lead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Delete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deletion if required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the lead again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400800" y="365760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deleted / handled per defined deletion behavior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data should not incorrectly appear in the lead list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Evidence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of: updated lead  •  updated status / details  •  delete confirmation / result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— QA Testing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 Verification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4: Verify AI Lead Score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creating a lead, verify the AI-generated / qualification Lead Score.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lead with complete information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or wait for lead qualification / scoring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lead details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generated score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score belongs to the correct lead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score with lead information and scoring logic, if defined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6400800" y="19659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Points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score generated successfully?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associated with the correct lead?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score displayed correctly?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appear reasonable based on lead info?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changing key info affect the score appropriately?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12064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 </a:t>
            </a: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lead score should be generated successfully and correctly associated with the corresponding lead. Do not mark a specific numerical score as correct unless the project has a defined scoring rule.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— QA Testing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Generation &amp; Quality Validation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5: Generate AI Lead Summary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test lead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AI summary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AI response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generated summary</a:t>
            </a:r>
            <a:endParaRPr lang="en-US" sz="125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 with the original lead information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5257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matches actual lead information</a:t>
            </a:r>
            <a:endParaRPr lang="en-US" sz="12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— company, requirements, pain points, budget, timeline included</a:t>
            </a:r>
            <a:endParaRPr lang="en-US" sz="12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— focuses on useful sales information</a:t>
            </a:r>
            <a:endParaRPr lang="en-US" sz="12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— easy to read and understand</a:t>
            </a:r>
            <a:endParaRPr lang="en-US" sz="12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Check — no unsupported info added</a:t>
            </a:r>
            <a:endParaRPr lang="en-US" sz="120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Usefulness — salesperson understands lead quickly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120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 </a:t>
            </a: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generate an accurate, relevant, clear and useful summary without inventing unsupported information.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— QA Testing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Testing &amp; Test Results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invalid input, and recording outcomes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Testing Examples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email format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 / lead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values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/ API failure, if testable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Handling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appropriate validation / error messages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invalid data from being stored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</a:t>
            </a:r>
            <a:endParaRPr lang="en-US" sz="125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application crashes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 Summary</a:t>
            </a:r>
            <a:endParaRPr lang="en-US" sz="15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83080"/>
          <a:ext cx="5257800" cy="362102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Lead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created correctly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Lead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synchronized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Lead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removed correctly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Sync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remains consistent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Score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generated correctly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Summary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generated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Quality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and relevant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Testing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handled correctly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— QA Testing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Sign-off &amp; Final Outcome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testing and final status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Criteria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creation works correctly</a:t>
            </a:r>
            <a:endParaRPr lang="en-US" sz="115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updates are reflected correctly</a:t>
            </a:r>
            <a:endParaRPr lang="en-US" sz="115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data synchronization is consistent</a:t>
            </a:r>
            <a:endParaRPr lang="en-US" sz="115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deletion works per defined behavior</a:t>
            </a:r>
            <a:endParaRPr lang="en-US" sz="115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 generated and linked correctly</a:t>
            </a:r>
            <a:endParaRPr lang="en-US" sz="115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is accurate and relevant</a:t>
            </a:r>
            <a:endParaRPr lang="en-US" sz="115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generate unsupported information</a:t>
            </a:r>
            <a:endParaRPr lang="en-US" sz="115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scenarios handled correctly</a:t>
            </a:r>
            <a:endParaRPr lang="en-US" sz="115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 collected</a:t>
            </a:r>
            <a:endParaRPr lang="en-US" sz="115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critical / high-severity unresolved defects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QA Result</a:t>
            </a:r>
            <a:endParaRPr lang="en-US" sz="15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257800" cy="24323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Test Cases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Defects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Defects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/ Low Defects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6400800" y="4434840"/>
            <a:ext cx="5257800" cy="594360"/>
          </a:xfrm>
          <a:prstGeom prst="roundRect">
            <a:avLst>
              <a:gd name="adj" fmla="val 9231"/>
            </a:avLst>
          </a:prstGeom>
          <a:solidFill>
            <a:srgbClr val="EEF3F8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443484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Status:  </a:t>
            </a: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CONDITIONAL PASS / FAIL / BLOCKED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6400800" y="516636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QA testing validates the Lead Management workflow, CRM / data synchronization, Lead Score generation, and AI Summary quality of SalesGenie AI. QA sign-off will be provided based on the actual test results and identified defects.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— QA Testing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2026-08-18T12:15:12Z</dcterms:created>
  <dcterms:modified xsi:type="dcterms:W3CDTF">2026-08-18T14:29:29Z</dcterms:modified>
</cp:coreProperties>
</file>